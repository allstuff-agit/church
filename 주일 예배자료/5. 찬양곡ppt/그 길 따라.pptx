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맑은 고딕" panose="020B0503020000020004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106" autoAdjust="0"/>
    <p:restoredTop sz="94660"/>
  </p:normalViewPr>
  <p:slideViewPr>
    <p:cSldViewPr>
      <p:cViewPr>
        <p:scale>
          <a:sx n="33" d="100"/>
          <a:sy n="33" d="100"/>
        </p:scale>
        <p:origin x="3558" y="17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535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564B8DF-655A-4845-BFFE-E868FAF94321}"/>
              </a:ext>
            </a:extLst>
          </p:cNvPr>
          <p:cNvSpPr txBox="1"/>
          <p:nvPr userDrawn="1"/>
        </p:nvSpPr>
        <p:spPr>
          <a:xfrm>
            <a:off x="6911752" y="6180891"/>
            <a:ext cx="2232248" cy="5386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Praise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The</a:t>
            </a:r>
            <a:r>
              <a:rPr lang="ko-KR" altLang="en-US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 </a:t>
            </a:r>
            <a:r>
              <a:rPr lang="en-US" altLang="ko-KR" dirty="0">
                <a:solidFill>
                  <a:schemeClr val="bg1">
                    <a:lumMod val="50000"/>
                  </a:schemeClr>
                </a:solidFill>
                <a:latin typeface="Stencil" panose="040409050D0802020404" pitchFamily="82" charset="0"/>
              </a:rPr>
              <a:t>Lord</a:t>
            </a:r>
          </a:p>
          <a:p>
            <a:pPr algn="ctr"/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GGYU </a:t>
            </a:r>
            <a:r>
              <a:rPr lang="en-US" altLang="ko-KR" sz="1100" dirty="0" err="1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GGYU</a:t>
            </a:r>
            <a:r>
              <a:rPr lang="en-US" altLang="ko-KR" sz="1100" dirty="0">
                <a:solidFill>
                  <a:schemeClr val="bg1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STOTY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AB1B43-01D4-4644-838B-8CB1ED149C2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988" r="12988"/>
          <a:stretch/>
        </p:blipFill>
        <p:spPr>
          <a:xfrm>
            <a:off x="-1" y="0"/>
            <a:ext cx="9144001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그림 1">
            <a:extLst>
              <a:ext uri="{FF2B5EF4-FFF2-40B4-BE49-F238E27FC236}">
                <a16:creationId xmlns:a16="http://schemas.microsoft.com/office/drawing/2014/main" id="{9E53D8ED-00F7-4C97-98F1-54BB00F1AE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그림 1">
            <a:extLst>
              <a:ext uri="{FF2B5EF4-FFF2-40B4-BE49-F238E27FC236}">
                <a16:creationId xmlns:a16="http://schemas.microsoft.com/office/drawing/2014/main" id="{EA3A5C88-C168-4ABB-BDA8-E25EF1012F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그림 2">
            <a:extLst>
              <a:ext uri="{FF2B5EF4-FFF2-40B4-BE49-F238E27FC236}">
                <a16:creationId xmlns:a16="http://schemas.microsoft.com/office/drawing/2014/main" id="{6F6E0F67-18A8-4AF2-B212-C2B1127ACD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그림 1">
            <a:extLst>
              <a:ext uri="{FF2B5EF4-FFF2-40B4-BE49-F238E27FC236}">
                <a16:creationId xmlns:a16="http://schemas.microsoft.com/office/drawing/2014/main" id="{E90E0B6C-41BA-4FF4-9365-8FE97EAD2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그림 1">
            <a:extLst>
              <a:ext uri="{FF2B5EF4-FFF2-40B4-BE49-F238E27FC236}">
                <a16:creationId xmlns:a16="http://schemas.microsoft.com/office/drawing/2014/main" id="{5A0FC185-F70C-402B-9E29-DBD8107BE9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그림 1">
            <a:extLst>
              <a:ext uri="{FF2B5EF4-FFF2-40B4-BE49-F238E27FC236}">
                <a16:creationId xmlns:a16="http://schemas.microsoft.com/office/drawing/2014/main" id="{E4550671-7389-4CF4-AD7B-A3EF59A5B1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그림 1">
            <a:extLst>
              <a:ext uri="{FF2B5EF4-FFF2-40B4-BE49-F238E27FC236}">
                <a16:creationId xmlns:a16="http://schemas.microsoft.com/office/drawing/2014/main" id="{6233E940-FF33-49A1-BD47-AC61AA6FE3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0</Words>
  <Application>Microsoft Office PowerPoint</Application>
  <PresentationFormat>화면 슬라이드 쇼(4:3)</PresentationFormat>
  <Paragraphs>0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4" baseType="lpstr">
      <vt:lpstr>맑은 고딕</vt:lpstr>
      <vt:lpstr>굴림</vt:lpstr>
      <vt:lpstr>Arial</vt:lpstr>
      <vt:lpstr>Times New Roman</vt:lpstr>
      <vt:lpstr>바탕체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Samsung Electronics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뀨뀨</dc:creator>
  <cp:lastModifiedBy>user</cp:lastModifiedBy>
  <cp:revision>20</cp:revision>
  <dcterms:created xsi:type="dcterms:W3CDTF">2012-10-24T23:59:46Z</dcterms:created>
  <dcterms:modified xsi:type="dcterms:W3CDTF">2022-12-27T03:52:10Z</dcterms:modified>
</cp:coreProperties>
</file>